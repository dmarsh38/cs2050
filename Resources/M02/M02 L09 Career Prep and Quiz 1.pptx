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NuD8I3dHqSam4kiuSAglFaGEq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496BDC-5319-41B3-BEF1-0C25DBB43DB3}">
  <a:tblStyle styleId="{02496BDC-5319-41B3-BEF1-0C25DBB43D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1c50ecd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31c50ecd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1c50ecdd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31c50ecd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060d492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060d492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60d4927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60d4927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60d4927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8060d4927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060d4927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060d4927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060d4927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060d4927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060d4927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060d4927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060d4927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060d492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060d4927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8060d4927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060d4927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060d4927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060d4927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060d4927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060d4927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060d4927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060d4927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060d4927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060d4927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060d4927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b204bf1c65b275_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1b204bf1c65b275_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1b204bf1c65b275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b204bf1c65b275_11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5" name="Google Shape;15;g1b204bf1c65b275_11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1b204bf1c65b275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31c50ecdd5_0_65"/>
          <p:cNvSpPr txBox="1"/>
          <p:nvPr>
            <p:ph type="title"/>
          </p:nvPr>
        </p:nvSpPr>
        <p:spPr>
          <a:xfrm>
            <a:off x="460025" y="84148"/>
            <a:ext cx="7886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31c50ecdd5_0_65"/>
          <p:cNvSpPr txBox="1"/>
          <p:nvPr>
            <p:ph idx="1" type="body"/>
          </p:nvPr>
        </p:nvSpPr>
        <p:spPr>
          <a:xfrm>
            <a:off x="460025" y="715726"/>
            <a:ext cx="8384100" cy="3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31c50ecdd5_0_6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31c50ecdd5_0_6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331c50ecdd5_0_65"/>
          <p:cNvSpPr txBox="1"/>
          <p:nvPr>
            <p:ph idx="12" type="sldNum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b204bf1c65b275_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g1b204bf1c65b275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b204bf1c65b275_15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8" name="Google Shape;28;g1b204bf1c65b275_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1b204bf1c65b275_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1b204bf1c65b275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b204bf1c65b275_20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33" name="Google Shape;33;g1b204bf1c65b275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b204bf1c65b275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g1b204bf1c65b275_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1b204bf1c65b275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b204bf1c65b275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g1b204bf1c65b275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b204bf1c65b275_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1b204bf1c65b275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g1b204bf1c65b275_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g1b204bf1c65b275_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g1b204bf1c65b275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b204bf1c65b275_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49" name="Google Shape;49;g1b204bf1c65b275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b204bf1c65b275_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1b204bf1c65b275_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g1b204bf1c65b275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b204bf1c65b275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b204bf1c65b275_0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b204bf1c65b275_0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b204bf1c65b275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AiwAho2vGC3VN3p7Wid3r3i9O4JaWC9n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hyperlink" Target="https://msudenver-csm.symplicity.com/events/%20STEMF25/overview" TargetMode="External"/><Relationship Id="rId7" Type="http://schemas.openxmlformats.org/officeDocument/2006/relationships/hyperlink" Target="https://msudenver-csm.symplicity.com/events/FJIF25/overview" TargetMode="External"/><Relationship Id="rId8" Type="http://schemas.openxmlformats.org/officeDocument/2006/relationships/hyperlink" Target="mailto:mademerson@msudenver.edu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indeed.com/jobs?q=entry+level+computer+science+developer&amp;l=Denver%2C+CO&amp;radius=100&amp;sc=0kf%3Aexplvl%28ENTRY_LEVEL%29%3B&amp;from=searchOnDesktopSerp&amp;vjk=c5b0a4fbb465d803" TargetMode="External"/><Relationship Id="rId4" Type="http://schemas.openxmlformats.org/officeDocument/2006/relationships/hyperlink" Target="https://www.indeed.com/viewjob?jk=ac087397499b77fc&amp;tk=1ikqjdhj8ivb281k&amp;from=serp&amp;vjs=3" TargetMode="External"/><Relationship Id="rId5" Type="http://schemas.openxmlformats.org/officeDocument/2006/relationships/hyperlink" Target="https://www.indeed.com/viewjob?jk=7cff028ad87fb285&amp;q=entry+level+computer+science+developer&amp;l=Denver%2C+CO&amp;tk=1ikqjdhj8ivb281k&amp;from=web&amp;advn=3284030017274596&amp;adid=442277673&amp;ad=-6NYlbfkN0Di2twOqNKC7pF4TJwCud_6pzOW7V6tv-5qvqEVw9jMnT4HRgJys2PmxBa5VgacapuoXiqOx0J2_WjY5unEpg1QqwLztmebtM8790HHXJMcrwaMqVLkoiuQe1tYh9k2Rvli-2Hhh1WvIvn3VHibSwSDoUpx5f2xpWIjEiID2tps1uIct_R3Ba-lSsPmOKfTMfA_tsvRULhn_aShtzWzVxt7Dfuac3eJUW_ySHeIbOBXyYm-RfwKJU0Sc3rr9xxqvwILbhftnvb7jlasfgqagHQcpwk7OckPmmKBmw4X6Gcsq6ZkzZ-7LjLjlnlCAy_TqPbYcE-n6vxO6P6Zl0Djzj3csOqwveeS6mmWQ7A_e9rWsPahc50uorspKEKd3NHFbCTeLvurrSFsjimmb4u4GdYe4VEzCNnEUl-G7swgpj4HXJpDKY-pKyNNr0rw_iNoDCEe0YUrja1IkqhnyQuke7V_t_BaG7Odg_57OFrSKagAepkgabCjvEquePKCn1mGYY6aKaadzK30IGBSyHiC1e1isjby3oJACDzYeMCxEuPvFQ%3D%3D&amp;pub=4a1b367933fd867b19b072952f68dceb&amp;camk=ethIe0s0hefV60BR3f5kWQ%3D%3D&amp;xkcb=SoAL6_M31au55USg3h0LbzkdCdPP&amp;xpse=SoDH6_I31au4qmwv7p0IbzkdCdPP&amp;xfps=838d8404-9b6c-4339-a034-ac0d90841f17&amp;vjs=3" TargetMode="External"/><Relationship Id="rId6" Type="http://schemas.openxmlformats.org/officeDocument/2006/relationships/hyperlink" Target="https://www.indeed.com/viewjob?jk=af258c4836152a32&amp;tk=1ikqjp0uaijun801&amp;from=serp&amp;vjs=3" TargetMode="External"/><Relationship Id="rId7" Type="http://schemas.openxmlformats.org/officeDocument/2006/relationships/hyperlink" Target="https://www.indeed.com/viewjob?jk=cc140b436f1364a8&amp;tk=1ikqjp0uaijun801&amp;from=serp&amp;vjs=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esume.io/blog/resume-summary" TargetMode="External"/><Relationship Id="rId4" Type="http://schemas.openxmlformats.org/officeDocument/2006/relationships/hyperlink" Target="https://resume.io/resume-examples/computer-science#make-use-of-a-summar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agilealliance.org/agile101/agile-glossary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esume.io/resume-examples/computer-science#include-the-relevant-key-skills-that-make-you-a-great-computer-scientis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esume.io/resume-examples/computer-science#outline-your-computer-science-work-experienc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mademerson@msudenver.edu" TargetMode="External"/><Relationship Id="rId4" Type="http://schemas.openxmlformats.org/officeDocument/2006/relationships/hyperlink" Target="https://www.msudenver.edu/classroom-to-career-hub/events/" TargetMode="External"/><Relationship Id="rId5" Type="http://schemas.openxmlformats.org/officeDocument/2006/relationships/hyperlink" Target="https://msudenver.vault.com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1"/>
          <p:cNvSpPr txBox="1"/>
          <p:nvPr>
            <p:ph type="ctrTitle"/>
          </p:nvPr>
        </p:nvSpPr>
        <p:spPr>
          <a:xfrm>
            <a:off x="138000" y="538850"/>
            <a:ext cx="8868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0"/>
              <a:buFont typeface="EB Garamond"/>
              <a:buNone/>
            </a:pPr>
            <a:r>
              <a:rPr lang="en" sz="3820"/>
              <a:t>M02 L10 Quiz 1, </a:t>
            </a:r>
            <a:r>
              <a:rPr lang="en" sz="3820"/>
              <a:t>GE02 and Career Prep</a:t>
            </a:r>
            <a:endParaRPr sz="3820"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7044" l="0" r="0" t="7667"/>
          <a:stretch/>
        </p:blipFill>
        <p:spPr>
          <a:xfrm>
            <a:off x="2273569" y="1485950"/>
            <a:ext cx="4421299" cy="31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68" name="Google Shape;68;p2"/>
          <p:cNvSpPr txBox="1"/>
          <p:nvPr>
            <p:ph idx="1" type="body"/>
          </p:nvPr>
        </p:nvSpPr>
        <p:spPr>
          <a:xfrm>
            <a:off x="147125" y="633900"/>
            <a:ext cx="8675400" cy="4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Quiz 01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Lab: Fix Bugs and Refactor your Library App Code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Review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CS2050 Agile Software Development</a:t>
            </a:r>
            <a:r>
              <a:rPr lang="en" sz="1500"/>
              <a:t> and look at the solution posted in announcements.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do not need to have your code exactly like mine but compare to see what questions you have. 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Fix Bugs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Refactor your code to make it easier to test and add new features (M02 GE coming next week)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Career Prep: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 Draft a Resume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1c50ecdd5_0_0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"/>
              <a:t>Careers</a:t>
            </a:r>
            <a:endParaRPr/>
          </a:p>
        </p:txBody>
      </p:sp>
      <p:pic>
        <p:nvPicPr>
          <p:cNvPr id="74" name="Google Shape;74;g331c50ecdd5_0_0"/>
          <p:cNvPicPr preferRelativeResize="0"/>
          <p:nvPr/>
        </p:nvPicPr>
        <p:blipFill rotWithShape="1">
          <a:blip r:embed="rId3">
            <a:alphaModFix/>
          </a:blip>
          <a:srcRect b="5077" l="2266" r="4074" t="31378"/>
          <a:stretch/>
        </p:blipFill>
        <p:spPr>
          <a:xfrm>
            <a:off x="417050" y="884850"/>
            <a:ext cx="7620550" cy="366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1c50ecdd5_0_9"/>
          <p:cNvSpPr txBox="1"/>
          <p:nvPr>
            <p:ph type="title"/>
          </p:nvPr>
        </p:nvSpPr>
        <p:spPr>
          <a:xfrm>
            <a:off x="460025" y="84148"/>
            <a:ext cx="7886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Career Fair Prep</a:t>
            </a:r>
            <a:endParaRPr/>
          </a:p>
        </p:txBody>
      </p:sp>
      <p:pic>
        <p:nvPicPr>
          <p:cNvPr id="80" name="Google Shape;80;g331c50ecdd5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5371" y="2142793"/>
            <a:ext cx="1204108" cy="1506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31c50ecdd5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4592" y="2310138"/>
            <a:ext cx="995504" cy="117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ack suit&#10;&#10;Description automatically generated" id="82" name="Google Shape;82;g331c50ecdd5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8003" y="122486"/>
            <a:ext cx="1424573" cy="213686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31c50ecdd5_0_9"/>
          <p:cNvSpPr txBox="1"/>
          <p:nvPr/>
        </p:nvSpPr>
        <p:spPr>
          <a:xfrm>
            <a:off x="318425" y="796500"/>
            <a:ext cx="60579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CS Squared Community is hosting a workshop next Sep 23, 2:15-3:15pm (AES 385) and Sep 24, 2:15-3:15pm (AES 490) to help students draft a resume and work on their elevator pitch. If you want to share with your classes.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STEM Career Fair is on Thursday Sept 25th. </a:t>
            </a:r>
            <a:r>
              <a:rPr lang="en" sz="1200" u="sng">
                <a:solidFill>
                  <a:srgbClr val="96607D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https://msudenver-csm.symplicity.com/events/%20STEMF25/overview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Fall Job and INternship Fair will be Oct 16 </a:t>
            </a:r>
            <a:r>
              <a:rPr lang="en" sz="1200" u="sng">
                <a:solidFill>
                  <a:srgbClr val="96607D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https://msudenver-csm.symplicity.com/events/FJIF25/overview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Matthew Demerson (</a:t>
            </a: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mademerson@msudenver.edu</a:t>
            </a:r>
            <a:r>
              <a:rPr lang="en">
                <a:solidFill>
                  <a:schemeClr val="dk1"/>
                </a:solidFill>
              </a:rPr>
              <a:t>) manages Industry Partnerships in Electronics, Technology and Information  and is located in the Administration Building, Suite 270B</a:t>
            </a:r>
            <a:endParaRPr/>
          </a:p>
        </p:txBody>
      </p:sp>
      <p:sp>
        <p:nvSpPr>
          <p:cNvPr id="84" name="Google Shape;84;g331c50ecdd5_0_9"/>
          <p:cNvSpPr txBox="1"/>
          <p:nvPr/>
        </p:nvSpPr>
        <p:spPr>
          <a:xfrm>
            <a:off x="5417125" y="3726575"/>
            <a:ext cx="3600600" cy="1075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Makena will be our guest speaker  on September 30th to discuss internships and jobs. She will provide you with tips for applying and interviewing.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060d49275_0_7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for Career</a:t>
            </a:r>
            <a:endParaRPr/>
          </a:p>
        </p:txBody>
      </p:sp>
      <p:sp>
        <p:nvSpPr>
          <p:cNvPr id="90" name="Google Shape;90;g38060d49275_0_7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Entry 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https://www.indeed.com/jobs?q=entry+level+computer+science+developer&amp;l=Denver%2C+CO&amp;radius=100&amp;sc=0kf%3Aexplvl%28ENTRY_LEVEL%29%3B&amp;from=searchOnDesktopSerp&amp;vjk=c5b0a4fbb465d803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examples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Elk Stack Administrator</a:t>
            </a:r>
            <a:r>
              <a:rPr lang="en"/>
              <a:t>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Junior WordPress Web Developer</a:t>
            </a:r>
            <a:r>
              <a:rPr lang="en"/>
              <a:t>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Junior Software Engineer (Java) </a:t>
            </a:r>
            <a:r>
              <a:rPr lang="en"/>
              <a:t>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Full Stack Software Developer - Junior/Mid-Level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8060d49275_0_7"/>
          <p:cNvSpPr/>
          <p:nvPr/>
        </p:nvSpPr>
        <p:spPr>
          <a:xfrm>
            <a:off x="5779475" y="2450150"/>
            <a:ext cx="2204400" cy="1444200"/>
          </a:xfrm>
          <a:prstGeom prst="wedgeEllipseCallout">
            <a:avLst>
              <a:gd fmla="val -70689" name="adj1"/>
              <a:gd fmla="val -23684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information should you include in our resume?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060d49275_0_13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Crafting Your Technical Resume</a:t>
            </a:r>
            <a:endParaRPr/>
          </a:p>
        </p:txBody>
      </p:sp>
      <p:sp>
        <p:nvSpPr>
          <p:cNvPr id="97" name="Google Shape;97;g38060d49275_0_13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Overview: Learn how to show your abilities to potential employers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Learn to transform class assignments and projects into resume-ready content.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Areas: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Summary: A snapshot of who you are.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Skills: A categorized list of your technical and soft skills.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Relevant Experience: Projects and class assignments presented as professional experience.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8060d49275_0_13"/>
          <p:cNvSpPr/>
          <p:nvPr/>
        </p:nvSpPr>
        <p:spPr>
          <a:xfrm>
            <a:off x="2219525" y="2969550"/>
            <a:ext cx="5663100" cy="1836900"/>
          </a:xfrm>
          <a:prstGeom prst="wedgeEllipseCallout">
            <a:avLst>
              <a:gd fmla="val -63123" name="adj1"/>
              <a:gd fmla="val -54827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document create the following Headings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Summary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Education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of skills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Relevant Experiences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60d49275_0_19"/>
          <p:cNvSpPr txBox="1"/>
          <p:nvPr>
            <p:ph type="title"/>
          </p:nvPr>
        </p:nvSpPr>
        <p:spPr>
          <a:xfrm>
            <a:off x="361050" y="110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Effective Summary</a:t>
            </a:r>
            <a:endParaRPr/>
          </a:p>
        </p:txBody>
      </p:sp>
      <p:sp>
        <p:nvSpPr>
          <p:cNvPr id="104" name="Google Shape;104;g38060d49275_0_19"/>
          <p:cNvSpPr txBox="1"/>
          <p:nvPr>
            <p:ph idx="1" type="body"/>
          </p:nvPr>
        </p:nvSpPr>
        <p:spPr>
          <a:xfrm>
            <a:off x="361050" y="683125"/>
            <a:ext cx="86601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a quick, impactful introduction that highlights your technical expertise and leadership qualities.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Resume Summary 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Who you are (your technical role)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Your strongest technical and soft skills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Customization for the specific job or opportunity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https://resume.io/resume-examples/computer-science#make-use-of-a-summary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1/CS 2 Java Student: Current computer science student with a solid foundation in object-oriented programming and problem-solving in a collaborative environment.  Completed iterative project demonstrating proficiency in Java, data structures, and algorithms. Implemented Software development life cycle to build maintainable and testable solutions.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 Developer: Current computer science student with experience in Agile methodologies to develop a full stack solution utilizing test driven and behavior driven development. I have a strength in learning how to learn as demonstrated in building a solution utilizing various technologies and the Rails Model View Controller framework.</a:t>
            </a:r>
            <a:endParaRPr/>
          </a:p>
        </p:txBody>
      </p:sp>
      <p:sp>
        <p:nvSpPr>
          <p:cNvPr id="105" name="Google Shape;105;g38060d49275_0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060d49275_0_25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Engineering Action Words &amp; Agile Terminology</a:t>
            </a:r>
            <a:endParaRPr/>
          </a:p>
        </p:txBody>
      </p:sp>
      <p:sp>
        <p:nvSpPr>
          <p:cNvPr id="111" name="Google Shape;111;g38060d49275_0_25"/>
          <p:cNvSpPr txBox="1"/>
          <p:nvPr>
            <p:ph idx="1" type="body"/>
          </p:nvPr>
        </p:nvSpPr>
        <p:spPr>
          <a:xfrm>
            <a:off x="311700" y="2192000"/>
            <a:ext cx="3999900" cy="25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action verbs to clearly communicate your contributions and impact.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for Computer Science: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Analyzed, Designed, Developed, Created, Implemented, Refactored, Debugged, Integrated, Secured, Architected, Configured, Tested, Coordinated, Delegated, Scheduled, Evaluated, Devised, Maintained, Solved, Presented, Investigated, Researched, Planned</a:t>
            </a:r>
            <a:endParaRPr/>
          </a:p>
        </p:txBody>
      </p:sp>
      <p:sp>
        <p:nvSpPr>
          <p:cNvPr id="112" name="Google Shape;112;g38060d49275_0_25"/>
          <p:cNvSpPr txBox="1"/>
          <p:nvPr>
            <p:ph idx="2" type="body"/>
          </p:nvPr>
        </p:nvSpPr>
        <p:spPr>
          <a:xfrm>
            <a:off x="4655025" y="2192000"/>
            <a:ext cx="3999900" cy="27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experience with agile methodologies to show your adaptability and teamwork in fast-paced environments.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 u="sng">
                <a:solidFill>
                  <a:schemeClr val="hlink"/>
                </a:solidFill>
                <a:hlinkClick r:id="rId3"/>
              </a:rPr>
              <a:t>Agile Terminology</a:t>
            </a:r>
            <a:r>
              <a:rPr lang="en"/>
              <a:t>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Stories, Acceptance Criteria, Iteration, Test Driven Development (TDD), Behavior Driven Development (BDD), Continuous Integration, Sprint Planning, Daily Stand-ups, Backlog, Sprint Retrospective,</a:t>
            </a:r>
            <a:endParaRPr/>
          </a:p>
        </p:txBody>
      </p:sp>
      <p:sp>
        <p:nvSpPr>
          <p:cNvPr id="113" name="Google Shape;113;g38060d49275_0_25"/>
          <p:cNvSpPr txBox="1"/>
          <p:nvPr/>
        </p:nvSpPr>
        <p:spPr>
          <a:xfrm>
            <a:off x="240700" y="647025"/>
            <a:ext cx="808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Blend these action words and agile terms into your project descriptions and skills sections.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"Analyzed user stories, used test driven development to design modular solution, </a:t>
            </a:r>
            <a:r>
              <a:rPr lang="en">
                <a:solidFill>
                  <a:schemeClr val="dk1"/>
                </a:solidFill>
              </a:rPr>
              <a:t>implemented and unit tested to build a solution.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language helps demonstrate that you are not only technically proficient but also experienced in modern, collaborative development practices.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060d49275_0_32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Highlighting Your Skills</a:t>
            </a:r>
            <a:endParaRPr/>
          </a:p>
        </p:txBody>
      </p:sp>
      <p:sp>
        <p:nvSpPr>
          <p:cNvPr id="119" name="Google Shape;119;g38060d49275_0_32"/>
          <p:cNvSpPr txBox="1"/>
          <p:nvPr>
            <p:ph idx="1" type="body"/>
          </p:nvPr>
        </p:nvSpPr>
        <p:spPr>
          <a:xfrm>
            <a:off x="222900" y="583700"/>
            <a:ext cx="86982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Computer Science Resume Relevant Skills</a:t>
            </a:r>
            <a:r>
              <a:rPr lang="en" sz="1300"/>
              <a:t> Showcase your best technical and soft skills in a clear, organized format.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Organize your skills into categories (e.g., Programming Languages, Tools, Methodologies, Soft Skills).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120" name="Google Shape;120;g38060d49275_0_32"/>
          <p:cNvGraphicFramePr/>
          <p:nvPr/>
        </p:nvGraphicFramePr>
        <p:xfrm>
          <a:off x="387725" y="146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{02496BDC-5319-41B3-BEF1-0C25DBB43DB3}</a:tableStyleId>
              </a:tblPr>
              <a:tblGrid>
                <a:gridCol w="3648075"/>
                <a:gridCol w="3429000"/>
              </a:tblGrid>
              <a:tr h="4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Hard Skills </a:t>
                      </a:r>
                      <a:endParaRPr sz="1200"/>
                    </a:p>
                  </a:txBody>
                  <a:tcPr marT="91425" marB="91425" marR="91425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Soft Skills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Technology skills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Communication</a:t>
                      </a:r>
                      <a:endParaRPr sz="1200"/>
                    </a:p>
                  </a:txBody>
                  <a:tcPr marT="91425" marB="91425" marR="91425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Coding Skills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Creativity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Software development knowledge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Attention to detail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Analytical skills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Time management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Technical writing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Organization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Problem-solving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Collaboration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Planning skills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Leadership</a:t>
                      </a:r>
                      <a:endParaRPr sz="1200"/>
                    </a:p>
                  </a:txBody>
                  <a:tcPr marT="91425" marB="91425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060d49275_0_38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Skills</a:t>
            </a:r>
            <a:endParaRPr/>
          </a:p>
        </p:txBody>
      </p:sp>
      <p:sp>
        <p:nvSpPr>
          <p:cNvPr id="126" name="Google Shape;126;g38060d49275_0_38"/>
          <p:cNvSpPr txBox="1"/>
          <p:nvPr>
            <p:ph idx="1" type="body"/>
          </p:nvPr>
        </p:nvSpPr>
        <p:spPr>
          <a:xfrm>
            <a:off x="222900" y="647025"/>
            <a:ext cx="8698200" cy="4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CS 1/CS 2 Java Student Skills: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Programming Languages: Java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Core Concepts: Object-Oriented Programming (OOP), Data Structures, Algorithms, Debugging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Software Development: Analyze requirements, break into smaller parts, create unit test cases, implement and test, Technical Documentation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Development Tools: Eclipse, Git, Github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Soft Skills: Problem-Solving, Teamwork, Oral and Technical Written Communication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Full Stack Developer Skills: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Programming &amp; Web Development: Ruby on Rails, HTML, CSS, Bootstrap, Devise, Rspec, Selenium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Tools: VSCode, Git, Github, Docker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Agile Software Development: Scrum, Leadership, Unit Test, TDD, BDD, Sprints, Technical Documentation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Soft Skills: Creativity, Problem-Solving, Teamwork, Team Leadership, Communication, Time Management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60d49275_0_43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Translating Projects &amp; Class Assignments into Experience</a:t>
            </a:r>
            <a:endParaRPr/>
          </a:p>
        </p:txBody>
      </p:sp>
      <p:sp>
        <p:nvSpPr>
          <p:cNvPr id="132" name="Google Shape;132;g38060d49275_0_43"/>
          <p:cNvSpPr txBox="1"/>
          <p:nvPr>
            <p:ph idx="1" type="body"/>
          </p:nvPr>
        </p:nvSpPr>
        <p:spPr>
          <a:xfrm>
            <a:off x="311700" y="647025"/>
            <a:ext cx="8520600" cy="4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Relevant Experience</a:t>
            </a:r>
            <a:r>
              <a:rPr lang="en"/>
              <a:t>  Demonstrate your hands-on experience by presenting class projects or assignments as professional achievements.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or 3 relevant experiences to your major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Class projects (Homework can be made into project)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Personal Projects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Work experience from the field if you have 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Project Title &amp; Duration: Clearly indicate the project name and timeline.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Technologies &amp; Methods: List the tools, programming languages, and methodologies used.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Responsibilities &amp; Achievements: Describe your role, key features developed, and measurable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8060d49275_0_43"/>
          <p:cNvSpPr/>
          <p:nvPr/>
        </p:nvSpPr>
        <p:spPr>
          <a:xfrm>
            <a:off x="5381600" y="1140350"/>
            <a:ext cx="3391500" cy="637500"/>
          </a:xfrm>
          <a:prstGeom prst="cloudCallout">
            <a:avLst>
              <a:gd fmla="val -60681" name="adj1"/>
              <a:gd fmla="val -33333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don’t think have any</a:t>
            </a:r>
            <a:endParaRPr/>
          </a:p>
        </p:txBody>
      </p:sp>
      <p:sp>
        <p:nvSpPr>
          <p:cNvPr id="134" name="Google Shape;134;g38060d49275_0_43"/>
          <p:cNvSpPr/>
          <p:nvPr/>
        </p:nvSpPr>
        <p:spPr>
          <a:xfrm>
            <a:off x="6454750" y="2050600"/>
            <a:ext cx="1872900" cy="572700"/>
          </a:xfrm>
          <a:prstGeom prst="wedgeEllipseCallout">
            <a:avLst>
              <a:gd fmla="val 41360" name="adj1"/>
              <a:gd fmla="val -63186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 you do!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060d49275_0_50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Experience Examples</a:t>
            </a:r>
            <a:endParaRPr/>
          </a:p>
        </p:txBody>
      </p:sp>
      <p:sp>
        <p:nvSpPr>
          <p:cNvPr id="140" name="Google Shape;140;g38060d49275_0_50"/>
          <p:cNvSpPr txBox="1"/>
          <p:nvPr>
            <p:ph idx="1" type="body"/>
          </p:nvPr>
        </p:nvSpPr>
        <p:spPr>
          <a:xfrm>
            <a:off x="258250" y="647025"/>
            <a:ext cx="8520600" cy="4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1/CS 2 Java Project: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Grade Management System (October  2024 – December 2024)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Built a Java Object Oriented Solution to managing student grades over 3 iterations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Analyzed User Stories, broke into smaller tasks and development unit test cases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Applied algorithms and OOP principles such as encapsulation and inheritance.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Conducted unit testing to verify functionality and improve code reliability.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Library Management System (October  2024 – December 2024)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Developed a dynamic website using Ruby on Rails, HTML, CSS, and Bootstrap.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Designed a user-friendly interface allowing users to add, edit, or remove information.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Implemented secure login functionality using Devise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Integrated Rspec unit testing and integration testing with Selenium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Roles: As Scrum coach led daily stand up, as tech lead helped problem solving, contributed to team documentation </a:t>
            </a:r>
            <a:endParaRPr/>
          </a:p>
        </p:txBody>
      </p:sp>
      <p:sp>
        <p:nvSpPr>
          <p:cNvPr id="141" name="Google Shape;141;g38060d49275_0_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060d49275_0_56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Customizing Your Resume for Each Opportunity</a:t>
            </a:r>
            <a:endParaRPr/>
          </a:p>
        </p:txBody>
      </p:sp>
      <p:sp>
        <p:nvSpPr>
          <p:cNvPr id="147" name="Google Shape;147;g38060d49275_0_56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Blueprint Strategy: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Maintain a master resume with a library of summaries, skills, and project examples.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Customize a copy of your resume for each job application by selecting the most relevant content.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Tips: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Align your language and content with the employer’s job description.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Emphasize the aspects of your experience that match the position’s requirements.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060d49275_0_61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  <p:sp>
        <p:nvSpPr>
          <p:cNvPr id="153" name="Google Shape;153;g38060d49275_0_61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strong technical resume is built around a concise summary, an organized skills section, and detailed project examples.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Customization is key—tailor each resume to the specific opportunity and highlight both your technical and leadership strengths.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Future Collaborations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Draft summaries, selecting, or presenting projects.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Share their drafts and get peer feedback.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060d49275_0_66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Elevator Pitch</a:t>
            </a:r>
            <a:endParaRPr/>
          </a:p>
        </p:txBody>
      </p:sp>
      <p:sp>
        <p:nvSpPr>
          <p:cNvPr id="159" name="Google Shape;159;g38060d49275_0_66"/>
          <p:cNvSpPr txBox="1"/>
          <p:nvPr>
            <p:ph idx="1" type="body"/>
          </p:nvPr>
        </p:nvSpPr>
        <p:spPr>
          <a:xfrm>
            <a:off x="311700" y="583675"/>
            <a:ext cx="8520600" cy="41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short, simple speech (30–60 seconds) that introduces who you are, what you do, and what you are looking for.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with a greeting and your name.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Example: "Hello, my name is [Your Name]."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Background: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Mention your current role or field.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Example: "I am a student of Computer Science at Metropolitan State University and have been developing Java programs"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Strengths and Goals: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Share one or two skills or experiences.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Example: "I have experience in developing solutions and and I enjoy collaborating to solve a problem."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your goal: "I am looking for opportunities to learn and grow."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Continue Conversation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 am eager to …., Can you tell me more about … internship opportunities, company careers, etc.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060d49275_0_71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65" name="Google Shape;165;g38060d49275_0_71"/>
          <p:cNvSpPr txBox="1"/>
          <p:nvPr>
            <p:ph idx="1" type="body"/>
          </p:nvPr>
        </p:nvSpPr>
        <p:spPr>
          <a:xfrm>
            <a:off x="54300" y="596350"/>
            <a:ext cx="9035400" cy="42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Introduction: </a:t>
            </a:r>
            <a:r>
              <a:rPr lang="en" sz="1400"/>
              <a:t>"Hi, I'm [Your Name], a Computer Science major at Metropolitan State University, expected to graduate in [Month, Year]."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Background &amp; Expertise:</a:t>
            </a:r>
            <a:r>
              <a:rPr lang="en" sz="1400"/>
              <a:t> "I have experience in [Full Stack Development/Java Programming/Agile Methodologies] with hands-on experience in building modular and testable solutions."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Key Achievements:</a:t>
            </a:r>
            <a:r>
              <a:rPr lang="en" sz="1400"/>
              <a:t> "I have iteratively developed an online library management system, where I implemented various features and ensured high code quality through test-driven development."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Soft Skills &amp; Value Proposition:</a:t>
            </a:r>
            <a:r>
              <a:rPr lang="en" sz="1400"/>
              <a:t> "I excel in collaborating on a team and problem-solving. I communicate complex technical ideas clearly orally and in written technical documentation, 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Continue Conversation:</a:t>
            </a:r>
            <a:r>
              <a:rPr lang="en" sz="1400"/>
              <a:t> "I'm eager to learn more about [company] and would love an opportunity to grow my skills. 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060d49275_0_76"/>
          <p:cNvSpPr txBox="1"/>
          <p:nvPr>
            <p:ph type="title"/>
          </p:nvPr>
        </p:nvSpPr>
        <p:spPr>
          <a:xfrm>
            <a:off x="311700" y="18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MSU Resources</a:t>
            </a:r>
            <a:endParaRPr/>
          </a:p>
        </p:txBody>
      </p:sp>
      <p:sp>
        <p:nvSpPr>
          <p:cNvPr id="171" name="Google Shape;171;g38060d49275_0_76"/>
          <p:cNvSpPr txBox="1"/>
          <p:nvPr>
            <p:ph idx="1" type="body"/>
          </p:nvPr>
        </p:nvSpPr>
        <p:spPr>
          <a:xfrm>
            <a:off x="311700" y="761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Matthew Demerson (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mademerson@msudenver.edu</a:t>
            </a:r>
            <a:r>
              <a:rPr lang="en" sz="1400"/>
              <a:t>) manages Industry Partnerships in Electronics, Technology and Information  and is located in the Administration Building, Suite 270B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Classroom to Career Hub Events - MSU Denver</a:t>
            </a:r>
            <a:r>
              <a:rPr lang="en"/>
              <a:t>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Vault Career Resources provided by MSU Denver</a:t>
            </a:r>
            <a:r>
              <a:rPr lang="en"/>
              <a:t> </a:t>
            </a:r>
            <a:endParaRPr/>
          </a:p>
        </p:txBody>
      </p:sp>
      <p:pic>
        <p:nvPicPr>
          <p:cNvPr id="172" name="Google Shape;172;g38060d49275_0_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000" y="2016475"/>
            <a:ext cx="30480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060d49275_0_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4500" y="2513075"/>
            <a:ext cx="4838975" cy="23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